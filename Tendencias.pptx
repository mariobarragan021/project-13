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7"/>
  </p:normalViewPr>
  <p:slideViewPr>
    <p:cSldViewPr snapToGrid="0">
      <p:cViewPr varScale="1">
        <p:scale>
          <a:sx n="104" d="100"/>
          <a:sy n="104" d="100"/>
        </p:scale>
        <p:origin x="8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app/profile/mario.barragan/viz/Tendencias_17367413466820/Dashboard1?publish=y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FC1DA9-B423-A71A-B96F-8253C2E5DD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Tendencias de videos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11549F-1B70-1F36-61CE-BFE621FF84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Mario Barragan</a:t>
            </a:r>
          </a:p>
        </p:txBody>
      </p:sp>
    </p:spTree>
    <p:extLst>
      <p:ext uri="{BB962C8B-B14F-4D97-AF65-F5344CB8AC3E}">
        <p14:creationId xmlns:p14="http://schemas.microsoft.com/office/powerpoint/2010/main" val="280277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665D72-E6F8-0EBF-3E0F-D5A042472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Que categorias de videos estuvieron en tendencia mas frecuentemente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F278CCF-5ECC-DAB9-B404-5A9AD928C8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845" y="2193925"/>
            <a:ext cx="5521155" cy="4024313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A0487BB-3D96-7E39-4F39-FF6C8134B2D7}"/>
              </a:ext>
            </a:extLst>
          </p:cNvPr>
          <p:cNvSpPr txBox="1"/>
          <p:nvPr/>
        </p:nvSpPr>
        <p:spPr>
          <a:xfrm>
            <a:off x="6858001" y="2706130"/>
            <a:ext cx="4648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Podemos observar que la mayor categoria que estuvo en tendencia siempre en todo momento fue </a:t>
            </a:r>
            <a:r>
              <a:rPr lang="es-MX"/>
              <a:t>la categoria </a:t>
            </a:r>
            <a:r>
              <a:rPr lang="es-MX" dirty="0"/>
              <a:t>de ¨Entretenimiento¨ desde Noviembre de 2017 hasta Diciembre </a:t>
            </a:r>
            <a:r>
              <a:rPr lang="es-MX"/>
              <a:t>de 2018, las siguientes son People and Blogs y Musica.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11911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7C74F1-323B-DAEB-6E15-37E4E1B62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s-MX"/>
              <a:t>Como se distribuyeron en las regiones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B159659-F6A9-2A55-2A8C-08AAD30934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206" b="13592"/>
          <a:stretch/>
        </p:blipFill>
        <p:spPr>
          <a:xfrm>
            <a:off x="685799" y="2194560"/>
            <a:ext cx="4850028" cy="421859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EAADFF-7F51-A432-8990-82FFC7791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600" y="2194560"/>
            <a:ext cx="5816600" cy="4024125"/>
          </a:xfrm>
        </p:spPr>
        <p:txBody>
          <a:bodyPr>
            <a:normAutofit/>
          </a:bodyPr>
          <a:lstStyle/>
          <a:p>
            <a:r>
              <a:rPr lang="en-US" dirty="0"/>
              <a:t>Se </a:t>
            </a:r>
            <a:r>
              <a:rPr lang="en-US" dirty="0" err="1"/>
              <a:t>distribuyeron</a:t>
            </a:r>
            <a:r>
              <a:rPr lang="en-US" dirty="0"/>
              <a:t> de la </a:t>
            </a:r>
            <a:r>
              <a:rPr lang="en-US" dirty="0" err="1"/>
              <a:t>siguiente</a:t>
            </a:r>
            <a:r>
              <a:rPr lang="en-US" dirty="0"/>
              <a:t> </a:t>
            </a:r>
            <a:r>
              <a:rPr lang="en-US" dirty="0" err="1"/>
              <a:t>manera</a:t>
            </a:r>
            <a:r>
              <a:rPr lang="en-US" dirty="0"/>
              <a:t>:</a:t>
            </a:r>
          </a:p>
          <a:p>
            <a:r>
              <a:rPr lang="en-US" dirty="0"/>
              <a:t>USA 23.75%</a:t>
            </a:r>
          </a:p>
          <a:p>
            <a:r>
              <a:rPr lang="en-US" dirty="0"/>
              <a:t>Francia 22.18%</a:t>
            </a:r>
          </a:p>
          <a:p>
            <a:r>
              <a:rPr lang="en-US" dirty="0" err="1"/>
              <a:t>Rusia</a:t>
            </a:r>
            <a:r>
              <a:rPr lang="en-US" dirty="0"/>
              <a:t> 21.68%</a:t>
            </a:r>
          </a:p>
          <a:p>
            <a:r>
              <a:rPr lang="en-US" dirty="0"/>
              <a:t>India 21.58%</a:t>
            </a:r>
          </a:p>
          <a:p>
            <a:r>
              <a:rPr lang="en-US" dirty="0" err="1"/>
              <a:t>Japon</a:t>
            </a:r>
            <a:r>
              <a:rPr lang="en-US" dirty="0"/>
              <a:t> 10.81%</a:t>
            </a:r>
          </a:p>
        </p:txBody>
      </p:sp>
    </p:spTree>
    <p:extLst>
      <p:ext uri="{BB962C8B-B14F-4D97-AF65-F5344CB8AC3E}">
        <p14:creationId xmlns:p14="http://schemas.microsoft.com/office/powerpoint/2010/main" val="3578697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8DFDE-8C56-57B5-FF8C-42B792ED6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2"/>
            <a:ext cx="10820400" cy="1756405"/>
          </a:xfrm>
        </p:spPr>
        <p:txBody>
          <a:bodyPr>
            <a:normAutofit fontScale="90000"/>
          </a:bodyPr>
          <a:lstStyle/>
          <a:p>
            <a:r>
              <a:rPr lang="es-MX" dirty="0"/>
              <a:t>Que categorias fueron particularmente populares en los estados unidos? Hubo diferencias entre las categorias populares en Estados unidos y en otros lugares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70CF775-73D3-01FB-D4E9-49051B639E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50282"/>
          <a:stretch/>
        </p:blipFill>
        <p:spPr>
          <a:xfrm>
            <a:off x="256473" y="2890673"/>
            <a:ext cx="2558166" cy="3484450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961D1F7-69D8-EA5D-1E16-1FF5BA30C6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90"/>
          <a:stretch/>
        </p:blipFill>
        <p:spPr>
          <a:xfrm>
            <a:off x="3014663" y="2890673"/>
            <a:ext cx="5243513" cy="348445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D971589-A604-3994-7BD1-6CE72505FFE3}"/>
              </a:ext>
            </a:extLst>
          </p:cNvPr>
          <p:cNvSpPr txBox="1"/>
          <p:nvPr/>
        </p:nvSpPr>
        <p:spPr>
          <a:xfrm>
            <a:off x="8580610" y="3429000"/>
            <a:ext cx="26908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Estados Unidos la categoria que mas se vio fue la de ¨Entretenimiento¨y posteriormente la de ¨Musica¨</a:t>
            </a:r>
          </a:p>
        </p:txBody>
      </p:sp>
    </p:spTree>
    <p:extLst>
      <p:ext uri="{BB962C8B-B14F-4D97-AF65-F5344CB8AC3E}">
        <p14:creationId xmlns:p14="http://schemas.microsoft.com/office/powerpoint/2010/main" val="35519122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33F97-8F76-49A4-FA25-E3BEF186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46D5E-93FA-0DFE-694A-B93A1C14A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2"/>
            <a:ext cx="10820400" cy="1756405"/>
          </a:xfrm>
        </p:spPr>
        <p:txBody>
          <a:bodyPr>
            <a:normAutofit fontScale="90000"/>
          </a:bodyPr>
          <a:lstStyle/>
          <a:p>
            <a:r>
              <a:rPr lang="es-MX" dirty="0"/>
              <a:t>Que categorias fueron particularmente populares en los estados unidos? Hubo diferencias entre las categorias populares en Estados unidos y en otros lugares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605EBA3-6281-494A-A375-F96311D6991F}"/>
              </a:ext>
            </a:extLst>
          </p:cNvPr>
          <p:cNvSpPr txBox="1"/>
          <p:nvPr/>
        </p:nvSpPr>
        <p:spPr>
          <a:xfrm>
            <a:off x="8818606" y="3429000"/>
            <a:ext cx="26908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el resto de los paises las categorias que siguen por encima son ¨Entretenimiento y ¨People and blogs¨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CF9760D7-542C-34E6-A280-F7FD9A802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795" y="2520777"/>
            <a:ext cx="2956600" cy="4024313"/>
          </a:xfr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44C00B5-3142-DAC5-4053-95893EB77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391" y="2538005"/>
            <a:ext cx="4969219" cy="402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589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9D0EF-E18C-D806-2FED-8A19CA70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1AF1E-0A4B-1CF7-65CC-2D91A2F93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2"/>
            <a:ext cx="10820400" cy="1756405"/>
          </a:xfrm>
        </p:spPr>
        <p:txBody>
          <a:bodyPr>
            <a:normAutofit fontScale="90000"/>
          </a:bodyPr>
          <a:lstStyle/>
          <a:p>
            <a:r>
              <a:rPr lang="es-MX" dirty="0"/>
              <a:t>Que categorias fueron particularmente populares en los estados unidos? Hubo diferencias entre las categorias populares en Estados unidos y en otros lugares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2A11BB-DF77-166B-0565-D25755332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194560"/>
            <a:ext cx="10820399" cy="4024125"/>
          </a:xfrm>
        </p:spPr>
        <p:txBody>
          <a:bodyPr/>
          <a:lstStyle/>
          <a:p>
            <a:endParaRPr lang="es-MX" dirty="0"/>
          </a:p>
          <a:p>
            <a:endParaRPr lang="es-MX" dirty="0"/>
          </a:p>
          <a:p>
            <a:pPr algn="just"/>
            <a:r>
              <a:rPr lang="es-MX" dirty="0"/>
              <a:t>Si hubo una ligera diferencia en lo que respecta a Estados Unidos y los demas paises, siendo la segunda opcion en Estados Unidos Musica y en el resto de los paises lo que es People and Blogs. </a:t>
            </a:r>
          </a:p>
        </p:txBody>
      </p:sp>
    </p:spTree>
    <p:extLst>
      <p:ext uri="{BB962C8B-B14F-4D97-AF65-F5344CB8AC3E}">
        <p14:creationId xmlns:p14="http://schemas.microsoft.com/office/powerpoint/2010/main" val="2633603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A862B-59D8-4EFE-BDED-955103CDC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29A7B-6AFA-3D33-6989-3C2355451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2"/>
            <a:ext cx="10820400" cy="1756405"/>
          </a:xfrm>
        </p:spPr>
        <p:txBody>
          <a:bodyPr>
            <a:normAutofit/>
          </a:bodyPr>
          <a:lstStyle/>
          <a:p>
            <a:r>
              <a:rPr lang="es-MX" dirty="0"/>
              <a:t>Link de tableau public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93A9FE-4D92-765F-7DDA-D5AE9A0C7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194560"/>
            <a:ext cx="10820399" cy="4024125"/>
          </a:xfrm>
        </p:spPr>
        <p:txBody>
          <a:bodyPr/>
          <a:lstStyle/>
          <a:p>
            <a:endParaRPr lang="es-MX" dirty="0"/>
          </a:p>
          <a:p>
            <a:r>
              <a:rPr lang="es-MX" dirty="0">
                <a:hlinkClick r:id="rId2"/>
              </a:rPr>
              <a:t>https://public.tableau.com/app/profile/mario.barragan/viz/Tendencias_17367413466820/Dashboard1?publish=yes</a:t>
            </a: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16613969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Override1.xml><?xml version="1.0" encoding="utf-8"?>
<a:themeOverride xmlns:a="http://schemas.openxmlformats.org/drawingml/2006/main">
  <a:clrScheme name="Vapor Trail">
    <a:dk1>
      <a:sysClr val="windowText" lastClr="000000"/>
    </a:dk1>
    <a:lt1>
      <a:sysClr val="window" lastClr="FFFFFF"/>
    </a:lt1>
    <a:dk2>
      <a:srgbClr val="454545"/>
    </a:dk2>
    <a:lt2>
      <a:srgbClr val="DADADA"/>
    </a:lt2>
    <a:accent1>
      <a:srgbClr val="DF2E28"/>
    </a:accent1>
    <a:accent2>
      <a:srgbClr val="FE801A"/>
    </a:accent2>
    <a:accent3>
      <a:srgbClr val="E9BF35"/>
    </a:accent3>
    <a:accent4>
      <a:srgbClr val="81BB42"/>
    </a:accent4>
    <a:accent5>
      <a:srgbClr val="32C7A9"/>
    </a:accent5>
    <a:accent6>
      <a:srgbClr val="4A9BDC"/>
    </a:accent6>
    <a:hlink>
      <a:srgbClr val="F0532B"/>
    </a:hlink>
    <a:folHlink>
      <a:srgbClr val="F38B53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263</Words>
  <Application>Microsoft Macintosh PowerPoint</Application>
  <PresentationFormat>Panorámica</PresentationFormat>
  <Paragraphs>22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Estela de condensación</vt:lpstr>
      <vt:lpstr>Tendencias de videos</vt:lpstr>
      <vt:lpstr>Que categorias de videos estuvieron en tendencia mas frecuentemente</vt:lpstr>
      <vt:lpstr>Como se distribuyeron en las regiones</vt:lpstr>
      <vt:lpstr>Que categorias fueron particularmente populares en los estados unidos? Hubo diferencias entre las categorias populares en Estados unidos y en otros lugares</vt:lpstr>
      <vt:lpstr>Que categorias fueron particularmente populares en los estados unidos? Hubo diferencias entre las categorias populares en Estados unidos y en otros lugares</vt:lpstr>
      <vt:lpstr>Que categorias fueron particularmente populares en los estados unidos? Hubo diferencias entre las categorias populares en Estados unidos y en otros lugares</vt:lpstr>
      <vt:lpstr>Link de tableau public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Vera Reyes</dc:creator>
  <cp:lastModifiedBy>Vera Reyes</cp:lastModifiedBy>
  <cp:revision>2</cp:revision>
  <dcterms:created xsi:type="dcterms:W3CDTF">2025-01-13T05:12:15Z</dcterms:created>
  <dcterms:modified xsi:type="dcterms:W3CDTF">2025-01-14T01:42:18Z</dcterms:modified>
</cp:coreProperties>
</file>